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6" r:id="rId7"/>
    <p:sldId id="263" r:id="rId8"/>
    <p:sldId id="264" r:id="rId9"/>
    <p:sldId id="25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2877"/>
    <a:srgbClr val="E6BD91"/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355" y="66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A-4DFC-B9AD-D335C5F2D2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A-4DFC-B9AD-D335C5F2D2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A-4DFC-B9AD-D335C5F2D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027" y="1975371"/>
            <a:ext cx="7683587" cy="1655762"/>
          </a:xfrm>
          <a:noFill/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027" y="3631133"/>
            <a:ext cx="7683587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44" y="258971"/>
            <a:ext cx="11406354" cy="1325563"/>
          </a:xfrm>
          <a:noFill/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48" y="1689904"/>
            <a:ext cx="11406353" cy="3912243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2004" y="1710914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422003" y="2401001"/>
            <a:ext cx="7870785" cy="55515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929116" y="1809081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07214" y="3286189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407213" y="3976276"/>
            <a:ext cx="7870785" cy="55515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929116" y="3384356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98854" y="48013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98853" y="5491387"/>
            <a:ext cx="7870785" cy="55515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929116" y="4959631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AC605246-993D-4DC1-BFC8-EC984429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47" y="75539"/>
            <a:ext cx="11406354" cy="1325563"/>
          </a:xfrm>
          <a:noFill/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492" y="1710787"/>
            <a:ext cx="4964694" cy="37371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pic>
        <p:nvPicPr>
          <p:cNvPr id="5" name="Рисунок 4" descr="Линейчатая диаграмма">
            <a:extLst>
              <a:ext uri="{FF2B5EF4-FFF2-40B4-BE49-F238E27FC236}">
                <a16:creationId xmlns:a16="http://schemas.microsoft.com/office/drawing/2014/main" id="{F3E1811F-9EB3-488D-AD2F-1DC58D540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83868" y="2029329"/>
            <a:ext cx="3100086" cy="3100086"/>
          </a:xfrm>
          <a:prstGeom prst="rect">
            <a:avLst/>
          </a:prstGeom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99DB6C8F-9D10-4DCA-BA0C-343CEC84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780949E-162D-4A75-9543-38190E25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F2A07F-0093-4C4E-AC15-13507FA96E3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62030CD2-4675-447A-9048-8E8865C6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357351" y="2165324"/>
            <a:ext cx="927064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500" dirty="0"/>
              <a:t>987 654 321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604BE4DC-134B-46B0-BA3D-21DE83C4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97357-F7BF-4663-8BD4-F1427951DCF4}"/>
              </a:ext>
            </a:extLst>
          </p:cNvPr>
          <p:cNvSpPr txBox="1"/>
          <p:nvPr/>
        </p:nvSpPr>
        <p:spPr>
          <a:xfrm>
            <a:off x="1306475" y="4048366"/>
            <a:ext cx="7956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Lorem ipsum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, sed do </a:t>
            </a:r>
            <a:r>
              <a:rPr lang="en-US" sz="2000" dirty="0" err="1"/>
              <a:t>eiusmod</a:t>
            </a:r>
            <a:r>
              <a:rPr lang="en-US" sz="2000" dirty="0"/>
              <a:t> </a:t>
            </a:r>
            <a:r>
              <a:rPr lang="en-US" sz="2000" dirty="0" err="1"/>
              <a:t>tempor</a:t>
            </a:r>
            <a:r>
              <a:rPr lang="en-US" sz="2000" dirty="0"/>
              <a:t> </a:t>
            </a:r>
            <a:r>
              <a:rPr lang="en-US" sz="2000" dirty="0" err="1"/>
              <a:t>incididunt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</a:t>
            </a:r>
            <a:r>
              <a:rPr lang="en-US" sz="2000" dirty="0" err="1"/>
              <a:t>labore</a:t>
            </a:r>
            <a:r>
              <a:rPr lang="en-US" sz="2000" dirty="0"/>
              <a:t> et dolore magna </a:t>
            </a:r>
            <a:r>
              <a:rPr lang="en-US" sz="2000" dirty="0" err="1"/>
              <a:t>aliqua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2017315" y="2377493"/>
            <a:ext cx="2601905" cy="276621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2962195" y="2036192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2971721" y="2043604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4795047" y="2386331"/>
            <a:ext cx="2601905" cy="27662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4890092" y="2824482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Lorem ipsum dolor sit </a:t>
            </a:r>
            <a:r>
              <a:rPr lang="en-US" sz="1800" dirty="0" err="1">
                <a:solidFill>
                  <a:schemeClr val="bg2"/>
                </a:solidFill>
              </a:rPr>
              <a:t>amet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consectetur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adipiscing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elit</a:t>
            </a:r>
            <a:r>
              <a:rPr lang="en-US" sz="1800" dirty="0">
                <a:solidFill>
                  <a:schemeClr val="bg2"/>
                </a:solidFill>
              </a:rPr>
              <a:t>, sed do </a:t>
            </a:r>
            <a:r>
              <a:rPr lang="en-US" sz="1800" dirty="0" err="1">
                <a:solidFill>
                  <a:schemeClr val="bg2"/>
                </a:solidFill>
              </a:rPr>
              <a:t>eiusmod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tempor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incididunt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ut</a:t>
            </a:r>
            <a:r>
              <a:rPr lang="en-US" sz="1800" dirty="0">
                <a:solidFill>
                  <a:schemeClr val="bg2"/>
                </a:solidFill>
              </a:rPr>
              <a:t> labore et dolore magna </a:t>
            </a:r>
            <a:r>
              <a:rPr lang="en-US" sz="1800" dirty="0" err="1">
                <a:solidFill>
                  <a:schemeClr val="bg2"/>
                </a:solidFill>
              </a:rPr>
              <a:t>aliqua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5739927" y="204503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5733280" y="2027312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7572779" y="2386331"/>
            <a:ext cx="2601905" cy="27662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517659" y="204503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527184" y="204178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7724505" y="2824481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Lorem ipsum dolor sit </a:t>
            </a:r>
            <a:r>
              <a:rPr lang="en-US" sz="1800" dirty="0" err="1">
                <a:solidFill>
                  <a:schemeClr val="bg2"/>
                </a:solidFill>
              </a:rPr>
              <a:t>amet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consectetur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adipiscing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elit</a:t>
            </a:r>
            <a:r>
              <a:rPr lang="en-US" sz="1800" dirty="0">
                <a:solidFill>
                  <a:schemeClr val="bg2"/>
                </a:solidFill>
              </a:rPr>
              <a:t>, sed do </a:t>
            </a:r>
            <a:r>
              <a:rPr lang="en-US" sz="1800" dirty="0" err="1">
                <a:solidFill>
                  <a:schemeClr val="bg2"/>
                </a:solidFill>
              </a:rPr>
              <a:t>eiusmod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tempor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incididunt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ut</a:t>
            </a:r>
            <a:r>
              <a:rPr lang="en-US" sz="1800" dirty="0">
                <a:solidFill>
                  <a:schemeClr val="bg2"/>
                </a:solidFill>
              </a:rPr>
              <a:t> labore et dolore magna </a:t>
            </a:r>
            <a:r>
              <a:rPr lang="en-US" sz="1800" dirty="0" err="1">
                <a:solidFill>
                  <a:schemeClr val="bg2"/>
                </a:solidFill>
              </a:rPr>
              <a:t>aliqua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  <a:endParaRPr lang="ru-RU" sz="1800" dirty="0">
              <a:solidFill>
                <a:schemeClr val="bg2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2132525" y="2824482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Lorem ipsum dolor sit </a:t>
            </a:r>
            <a:r>
              <a:rPr lang="en-US" sz="1800" dirty="0" err="1">
                <a:solidFill>
                  <a:schemeClr val="bg2"/>
                </a:solidFill>
              </a:rPr>
              <a:t>amet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consectetur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adipiscing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elit</a:t>
            </a:r>
            <a:r>
              <a:rPr lang="en-US" sz="1800" dirty="0">
                <a:solidFill>
                  <a:schemeClr val="bg2"/>
                </a:solidFill>
              </a:rPr>
              <a:t>, sed do </a:t>
            </a:r>
            <a:r>
              <a:rPr lang="en-US" sz="1800" dirty="0" err="1">
                <a:solidFill>
                  <a:schemeClr val="bg2"/>
                </a:solidFill>
              </a:rPr>
              <a:t>eiusmod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tempor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incididunt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ut</a:t>
            </a:r>
            <a:r>
              <a:rPr lang="en-US" sz="1800" dirty="0">
                <a:solidFill>
                  <a:schemeClr val="bg2"/>
                </a:solidFill>
              </a:rPr>
              <a:t> labore et dolore magna </a:t>
            </a:r>
            <a:r>
              <a:rPr lang="en-US" sz="1800" dirty="0" err="1">
                <a:solidFill>
                  <a:schemeClr val="bg2"/>
                </a:solidFill>
              </a:rPr>
              <a:t>aliqua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94956DA-0D19-47D5-84C8-5BABFCE2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F56C6B81-143D-428D-A43B-0660FD58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27023"/>
              </p:ext>
            </p:extLst>
          </p:nvPr>
        </p:nvGraphicFramePr>
        <p:xfrm>
          <a:off x="948558" y="1579646"/>
          <a:ext cx="10318532" cy="34609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79633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579633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579633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579633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B886121B-6115-471B-87F5-105B9545107D}"/>
              </a:ext>
            </a:extLst>
          </p:cNvPr>
          <p:cNvSpPr txBox="1">
            <a:spLocks/>
          </p:cNvSpPr>
          <p:nvPr/>
        </p:nvSpPr>
        <p:spPr>
          <a:xfrm>
            <a:off x="2271000" y="6492874"/>
            <a:ext cx="76500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Объект 5">
            <a:extLst>
              <a:ext uri="{FF2B5EF4-FFF2-40B4-BE49-F238E27FC236}">
                <a16:creationId xmlns:a16="http://schemas.microsoft.com/office/drawing/2014/main" id="{94441A4A-205D-46AF-A7A0-DDD461BB3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7412406"/>
              </p:ext>
            </p:extLst>
          </p:nvPr>
        </p:nvGraphicFramePr>
        <p:xfrm>
          <a:off x="887392" y="1493134"/>
          <a:ext cx="10417215" cy="388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7C25B2B-E3C7-48E4-A616-7D40CD57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9EC2-80C4-48A1-8149-429CEE5B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67325-7066-449D-9156-DFE5CE3B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5831" y="2426717"/>
            <a:ext cx="7340338" cy="1655762"/>
          </a:xfrm>
        </p:spPr>
        <p:txBody>
          <a:bodyPr>
            <a:normAutofit fontScale="90000"/>
          </a:bodyPr>
          <a:lstStyle/>
          <a:p>
            <a:r>
              <a:rPr lang="ru-RU" sz="115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448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Синие точки - шаблон презентации с сайта presentation-creation.ru</dc:title>
  <dc:creator>User Obstinate</dc:creator>
  <cp:lastModifiedBy>User Obstinate</cp:lastModifiedBy>
  <cp:revision>30</cp:revision>
  <dcterms:created xsi:type="dcterms:W3CDTF">2025-04-04T15:20:50Z</dcterms:created>
  <dcterms:modified xsi:type="dcterms:W3CDTF">2026-04-05T17:16:14Z</dcterms:modified>
</cp:coreProperties>
</file>